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5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61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24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27395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291840"/>
            <a:ext cx="4206240" cy="4206240"/>
          </a:xfrm>
          <a:prstGeom prst="ellipse">
            <a:avLst/>
          </a:prstGeom>
          <a:solidFill>
            <a:srgbClr val="E08A3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580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Rental Management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13232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&amp; MySQL Based Desktop Application for Automated Fleet Booking and Billing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Saksham Dogra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Apurv Kumar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Anirudh Sharma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13232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5074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Amit Kumar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businesses — local car &amp; bike rentals, driving schools, campus rental counters — depend on smooth day-to-day tracking of vehicles, customers and payments. This project builds a Java desktop application, backed by a MySQL database, that digitizes the complete rental lifecycle from customer registration to final billing.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34" y="381693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7216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roles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40050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Admin and Customer login with role-based access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34" y="4713046"/>
            <a:ext cx="367132" cy="3671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177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490118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→ Booking → Billing → Reporting, all in one system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541264"/>
            <a:ext cx="502920" cy="50292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34" y="5609158"/>
            <a:ext cx="367132" cy="3671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5138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Java foundation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57972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OOP, JDBC, Collections, Exceptions and GUI design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40880" y="1508760"/>
            <a:ext cx="4572000" cy="466344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920240"/>
            <a:ext cx="1097280" cy="10972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3246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4"/>
          <p:cNvSpPr/>
          <p:nvPr/>
        </p:nvSpPr>
        <p:spPr>
          <a:xfrm>
            <a:off x="9281160" y="33649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40664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9281160" y="4233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Pillars Used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06640" y="4983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24" name="Text 18"/>
          <p:cNvSpPr/>
          <p:nvPr/>
        </p:nvSpPr>
        <p:spPr>
          <a:xfrm>
            <a:off x="9281160" y="510235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Rental Flow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" y="1905335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1031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and spreadsheets can't prevent the same vehicle being booked twice.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566928" cy="566928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055" y="1905335"/>
            <a:ext cx="413857" cy="4138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6479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availability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1031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have no quick way to check which vehicles are free right now.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520440"/>
            <a:ext cx="566928" cy="566928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75" y="3596975"/>
            <a:ext cx="413857" cy="4138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56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billing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79476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charges and late-return fees are calculated by hand, causing mistakes and delays.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520440"/>
            <a:ext cx="566928" cy="566928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055" y="3596975"/>
            <a:ext cx="413857" cy="4138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456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history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379476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rental records are scattered, making lookups slow and unreliable.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212080"/>
            <a:ext cx="566928" cy="566928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775" y="5288615"/>
            <a:ext cx="413857" cy="41385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1480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commercial software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508760" y="548640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fleet-management platforms are subscription-based and overkill for a single small outlet.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2739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25396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3" y="2101931"/>
            <a:ext cx="413857" cy="41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01368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secure Admin &amp; Customer login with role-based access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2025396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623" y="2101931"/>
            <a:ext cx="413857" cy="4138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01368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vehicle fleet with live availability status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18211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" y="3515868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43" y="3592403"/>
            <a:ext cx="413857" cy="4138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91840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customers and maintain complete rental history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18211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19088" y="3515868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623" y="3592403"/>
            <a:ext cx="413857" cy="41385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3291840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booking with real-time rental cost calculation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672584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5006340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43" y="5082875"/>
            <a:ext cx="413857" cy="41385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782312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bills, including late-return charges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672584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26" name="Shape 19"/>
          <p:cNvSpPr/>
          <p:nvPr/>
        </p:nvSpPr>
        <p:spPr>
          <a:xfrm>
            <a:off x="6419088" y="5006340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623" y="5082875"/>
            <a:ext cx="413857" cy="41385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32320" y="4782312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reports on availability, rentals &amp; revenue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/ Excel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69748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55117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upfront cost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841248" y="347472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32841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availability tracking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41248" y="425196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41056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human error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41248" y="502920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88289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reporting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783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Fleet SaaS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81728" y="269748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255117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Feature-rich, cloud based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4681728" y="347472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332841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 cost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81728" y="425196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41056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large multi-branch fleets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81728" y="5029200"/>
            <a:ext cx="100584" cy="100584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488289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a single small outlet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229600" y="155448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783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(This Project)</a:t>
            </a:r>
            <a:endParaRPr lang="en-US" sz="15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606040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796528" y="255117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affordable desktop app</a:t>
            </a:r>
            <a:endParaRPr lang="en-US" sz="118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38328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796528" y="332841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(local MySQL)</a:t>
            </a:r>
            <a:endParaRPr lang="en-US" sz="118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16052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96528" y="41056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a single rental branch</a:t>
            </a:r>
            <a:endParaRPr lang="en-US" sz="118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93776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96528" y="488289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billing &amp; instant reports</a:t>
            </a:r>
            <a:endParaRPr lang="en-US" sz="118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BUILD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2194560"/>
            <a:ext cx="0" cy="246888"/>
          </a:xfrm>
          <a:prstGeom prst="line">
            <a:avLst/>
          </a:prstGeom>
          <a:noFill/>
          <a:ln w="25400">
            <a:solidFill>
              <a:srgbClr val="DC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636776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3677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636776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Database Design (ER diagram, schema)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0100" y="2944368"/>
            <a:ext cx="0" cy="246888"/>
          </a:xfrm>
          <a:prstGeom prst="line">
            <a:avLst/>
          </a:prstGeom>
          <a:noFill/>
          <a:ln w="25400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386584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38658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386584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Vehicle Management module (add/update/delete, availability)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0100" y="3694176"/>
            <a:ext cx="0" cy="246888"/>
          </a:xfrm>
          <a:prstGeom prst="line">
            <a:avLst/>
          </a:prstGeom>
          <a:noFill/>
          <a:ln w="25400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3136392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13639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3136392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 module (registration, rental history)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0100" y="4443984"/>
            <a:ext cx="0" cy="246888"/>
          </a:xfrm>
          <a:prstGeom prst="line">
            <a:avLst/>
          </a:prstGeom>
          <a:noFill/>
          <a:ln w="2540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886200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88620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886200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module (select vehicle &amp; dates, auto cost calculation)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69087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90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0100" y="5193792"/>
            <a:ext cx="0" cy="246888"/>
          </a:xfrm>
          <a:prstGeom prst="line">
            <a:avLst/>
          </a:prstGeom>
          <a:noFill/>
          <a:ln w="2540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4636008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463600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4636008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module (auto bill generation incl. late-return charges)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80160" y="5385816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538581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97480" y="5385816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module, integration testing &amp; final documentation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947672"/>
            <a:ext cx="777240" cy="7772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167" y="2052599"/>
            <a:ext cx="567385" cy="567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620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1729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OOP design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1947672"/>
            <a:ext cx="777240" cy="7772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927" y="2052599"/>
            <a:ext cx="567385" cy="567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8620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31729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for all modules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0" y="1947672"/>
            <a:ext cx="777240" cy="7772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687" y="2052599"/>
            <a:ext cx="567385" cy="5673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8620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31729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backend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20240" y="4187952"/>
            <a:ext cx="777240" cy="7772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5167" y="4292879"/>
            <a:ext cx="567385" cy="5673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51023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4132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Java-to-MySQL connectivity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15000" y="4187952"/>
            <a:ext cx="777240" cy="7772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927" y="4292879"/>
            <a:ext cx="567385" cy="5673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1023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/ NetBeans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80560" y="54132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for development &amp; debugging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509760" y="4187952"/>
            <a:ext cx="777240" cy="7772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4687" y="4292879"/>
            <a:ext cx="567385" cy="56738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51023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4132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" name="Image 0" descr="architecture_diagram_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71600"/>
            <a:ext cx="5577840" cy="4462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828800"/>
            <a:ext cx="457200" cy="45720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" y="1890522"/>
            <a:ext cx="333756" cy="3337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02920" y="26060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Business Logic and Data Access are kept separate for clean, maintainable code.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42" y="3463290"/>
            <a:ext cx="333756" cy="333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3904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bridge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417880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PreparedStatements connect the Business Logic layer to MySQL securely.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02920" y="4974336"/>
            <a:ext cx="457200" cy="45720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42" y="5036058"/>
            <a:ext cx="333756" cy="3337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2920" y="54772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support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02920" y="5751576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logs are additionally exported outside the database.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DELIVER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10512"/>
            <a:ext cx="548640" cy="5486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8" y="1884578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desktop app covering all 6 modules end to end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743200"/>
            <a:ext cx="548640" cy="5486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" y="2817266"/>
            <a:ext cx="400507" cy="4005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2432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MySQL database replacing manual registers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675888"/>
            <a:ext cx="548640" cy="5486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" y="3749954"/>
            <a:ext cx="400507" cy="4005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557016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automatic bill generation, including late fees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3232" y="4608576"/>
            <a:ext cx="548640" cy="5486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" y="4682642"/>
            <a:ext cx="400507" cy="40050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489704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reports: availability, active &amp; completed rentals, revenue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5541264"/>
            <a:ext cx="548640" cy="548640"/>
          </a:xfrm>
          <a:prstGeom prst="ellipse">
            <a:avLst/>
          </a:prstGeom>
          <a:solidFill>
            <a:srgbClr val="FBE6D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" y="5615330"/>
            <a:ext cx="400507" cy="40050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4223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 of OOP, JDBC, Collections, Exceptions, File I/O &amp; GUI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486400" cy="5486400"/>
          </a:xfrm>
          <a:prstGeom prst="ellipse">
            <a:avLst/>
          </a:prstGeom>
          <a:solidFill>
            <a:srgbClr val="2739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25396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3" y="2101931"/>
            <a:ext cx="413857" cy="41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01368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companion app for customers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2025396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623" y="2101931"/>
            <a:ext cx="413857" cy="4138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01368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18211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" y="3515868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43" y="3592403"/>
            <a:ext cx="413857" cy="4138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91840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support with a centralized cloud database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18211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19088" y="3515868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623" y="3592403"/>
            <a:ext cx="413857" cy="41385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3291840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live vehicle tracking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672584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5006340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43" y="5082875"/>
            <a:ext cx="413857" cy="41385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782312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reminders for bookings &amp; due dates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672584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7395F"/>
          </a:solidFill>
          <a:ln/>
        </p:spPr>
      </p:sp>
      <p:sp>
        <p:nvSpPr>
          <p:cNvPr id="26" name="Shape 19"/>
          <p:cNvSpPr/>
          <p:nvPr/>
        </p:nvSpPr>
        <p:spPr>
          <a:xfrm>
            <a:off x="6419088" y="5006340"/>
            <a:ext cx="566928" cy="566928"/>
          </a:xfrm>
          <a:prstGeom prst="ellipse">
            <a:avLst/>
          </a:prstGeom>
          <a:solidFill>
            <a:srgbClr val="2F4270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623" y="5082875"/>
            <a:ext cx="413857" cy="41385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32320" y="4782312"/>
            <a:ext cx="42062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a web app (Spring Boot + REST APIs)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19656"/>
            <a:ext cx="91440" cy="9144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Java Documentation – docs.oracle.com/en/java/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50008"/>
            <a:ext cx="91440" cy="9144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Reference Manual – dev.mysql.com/doc/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91440" cy="9144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9806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JDBC API Documentation – docs.oracle.com/javase/tutorial/jdbc/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10712"/>
            <a:ext cx="91440" cy="9144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284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Tutorial (Oracle) – docs.oracle.com/javase/tutorial/uiswing/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941064"/>
            <a:ext cx="91440" cy="9144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587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 – OOP Concepts in Java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471416"/>
            <a:ext cx="91440" cy="9144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89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 – Exception Handling &amp; Collections Framework in Java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781</Words>
  <Application>Microsoft Office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Saksham Dogra</cp:lastModifiedBy>
  <cp:revision>2</cp:revision>
  <dcterms:created xsi:type="dcterms:W3CDTF">2026-09-10T11:23:46Z</dcterms:created>
  <dcterms:modified xsi:type="dcterms:W3CDTF">2026-09-10T11:43:49Z</dcterms:modified>
</cp:coreProperties>
</file>